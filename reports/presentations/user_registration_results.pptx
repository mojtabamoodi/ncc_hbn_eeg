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User Registration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D4ED8"/>
                </a:solidFill>
              </a:defRPr>
            </a:pPr>
            <a:r>
              <a:t>LaBraM · EEG window sizes 1s, 2s, 4s · registering_users_results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User registration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Goal: enroll new EEG users and recognize their probes; reject unregistered strangers.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Data source: registering_users_results/pipeline_{1s,2s,4s}_active_passive/.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LaBraM + ArcFace embeddings; prototypes built from enrollment segments.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5-fold cross-validation; values are mean ± std.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Window sizes 1s, 2s, 4s — active and passive tasks reported separately.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How registration metrics are calculated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1. Evaluate only held-out unknown participants.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2. Enroll 50% of unknown users; 50% act as unregistered strangers.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3. Per enrolled user: 70% of segments → prototype (mean L2-normalized embedding).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4. Probes: nearest prototype; reject as UNKNOWN if match score 1/(1+d) &lt; τ.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5. Threshold τ tuned via grid search (weighted_recall_balance).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6. Open-world accuracy = correct enrolled-user match + correct UNKNOWN on strangers.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Registration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600">
                <a:solidFill>
                  <a:srgbClr val="1E293B"/>
                </a:solidFill>
              </a:defRPr>
            </a:pPr>
            <a:r>
              <a:t>User registration tests whether new EEG users can be enrolled from their segments and later recognized, while strangers are rejected. Only held-out unknown participants are used. Per fold: 50% of unknown users are enrolled; 50% remain unregistered strangers. For each enrolled user, 70% of segments build an L2-normalized prototype (mean ArcFace embedding from the LaBraM model). Each probe is matched to the nearest prototype; segments with match score 1/(1 + d) below threshold τ are labeled UNKNOWN. Threshold τ is swept (501 points) to maximize weighted_recall_balance on registered probes plus all stranger segments. Open-world accuracy is the fraction of correct decisions (correct enrolled user or UNKNOWN). Values are 5-fold mean ± std from registering_users_results.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Registration results — accuracy (1s, 2s, 4s)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1143000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Window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Open-world acc.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Balanced acc.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Unknown recall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1s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81.2% ± 2.7%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79.1% ± 2.7%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82.7% ± 2.9%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1s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76.0% ± 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67.8% ± 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78.9% ± 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2s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82.3% ± 1.7%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80.6% ± 2.8%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83.5% ± 1.8%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2s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77.8% ± 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73.0% ± 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79.7% ± 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4s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83.5% ± 1.8%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82.5% ± 1.6%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84.6% ± 1.8%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4s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78.3% ± 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72.4% ± 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80.6% ± 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3659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Source: registering_users_results/pipeline_{1s,2s,4s}_active_passive/registration_pipeline_manifest.json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Registration results — per-user recall (1s, 2s, 4s)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1143000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Window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Registered recall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Registered probe acc.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1s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79.1% ± 2.7%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87.6% ± 2.3%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1s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67.7% ± 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79.8% ± 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2s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80.6% ± 2.8%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88.6% ± 2.4%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2s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73.0% ± 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83.9% ± 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4s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82.5% ± 1.6%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90.3% ± 1.5%</a:t>
                      </a:r>
                    </a:p>
                  </a:txBody>
                  <a:tcPr anchor="ctr">
                    <a:solidFill>
                      <a:srgbClr val="E0E7FF"/>
                    </a:solidFill>
                  </a:tcPr>
                </a:tc>
              </a:tr>
              <a:tr h="530352"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4s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72.4% ± 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76200" rIns="76200" tIns="50800" bIns="50800"/>
                    <a:lstStyle/>
                    <a:p>
                      <a:pPr algn="ctr">
                        <a:defRPr b="0" sz="1200">
                          <a:solidFill>
                            <a:srgbClr val="1E293B"/>
                          </a:solidFill>
                        </a:defRPr>
                      </a:pPr>
                      <a:r>
                        <a:t>83.5% ± 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Registration open-world accuracy — 1s, 2s, 4s</a:t>
            </a:r>
          </a:p>
        </p:txBody>
      </p:sp>
      <p:pic>
        <p:nvPicPr>
          <p:cNvPr id="3" name="Picture 2" descr="registration_open_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5156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Best open-world: 4s active — 83.5% ± 1.8% (unknown recall 84.6% ± 1.8%).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4s active: highest open-world (~83.5%); passive is ~5 points lower at each window.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1s active ~81%; 2s active ~82%; registration is strong at all segment lengths.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Active EEG outperforms passive for registration (1s, 2s, 4s).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All metrics from registering_users_results (registration pipeline, 5-fold CV).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